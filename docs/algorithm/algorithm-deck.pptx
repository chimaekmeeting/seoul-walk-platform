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발표는 알고리즘과 경로 생성만 다룹니다. 순서는 문제 정의 → 비용 함수 → 알고리즘 정의 → 실험 설계 → 선택 근거입니다. 지난 발표에서 빠져 있던 것이 맨 앞의 두 개, 문제 정의와 공식의 근거입니다.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단계입니다. 1·2번이 이번에 새로 채운 부분입니다. 알고리즘 정의를 먼저 말하고 우리 구현은 그 뒤에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못 박아야 하는 건 목적지가 없다는 점입니다. 목적지가 없으면 최단경로 문제가 성립하지 않습니다. 그래서 뒤에 나오는 알고리즘이 지도 앱과 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발표 전체의 뼈대입니다. 지도 앱이 푸는 문제는 다항 시간에 최적해가 나오고, 우리 문제는 NP-hard입니다. 그래서 근사 알고리즘을 다섯 개 비교한 것이고, 그 비교가 이 발표의 본문입니다.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CTPP는 Verbeeck 등이 2014년 Transportation Research Part E에 정식화한 문제입니다. 우리가 임의로 만든 문제가 아니라 문헌에 이름이 있는 문제라는 점을 말하면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편도 최단에서는 25개 시나리오 전부 세 알고리즘이 동일한 비용의 경로를 냈습니다. 그래서 속도만 비교했습니다.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최단경로라는 단어의 뜻을 못 박아야 합니다. 우리가 최소화하는 건 물리적 거리가 아니라 보정된 비용입니다. 이 문장이 없으면 뒤에서 최단이라는 말이 나올 때마다 오해가 생깁니다.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 하나가 어떤 항목으로 비용을 계산하느냐에 대한 답입니다. 부류가 세 개로 갈린 이유가 다음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CCTV와 스마트가로등은 서울 전역에 균등하게 없습니다. 데이터 문서가 미설치 지역 감점 금지, 미제공 구 감점 금지라고 등급까지 매겨 놨습니다. 감점 방식이면 그 구에 사는 사용자는 서비스를 못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클램핑 항목이 가장 강한 근거입니다. 가정이 아니라 실제로 발견해서 막은 버그이고, 반례가 코드 주석으로 남아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Dijkstra를 탈락한 알고리즘으로 소개하면 안 됩니다. 정답지입니다. Dijkstra 없이는 A*가 옳은 답을 냈는지 확인할 방법이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질문이 오면 이 3줄을 말하면 됩니다. 다만 랜드마크 8개와 선정 방식은 실험으로 정하지 않았습니다. ALT 문헌의 권장 방식도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1.5단계를 빠뜨리지 마세요. 1 → 1.5 → 2단계로 세야 맞습니다. 1.5단계가 없으면 반환 시점에 아무 빔도 도달하지 못한 경우에 결과가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정의로 걸러낸 것과 실측으로 걸러낸 것을 구분해서 말해야 합니다. Plateau의 순환 탈락은 정의 단계이고, 나머지는 실측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쿼리를 한 번만 하는 것은 속도가 아니라 입력 고정입니다. DB는 계속 바뀌므로 매번 조회하면 어제 측정과 오늘 측정의 입력이 달라집니다. 그래프 재사용은 프로덕션이 상주 서버라서입니다.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지표 하나로 고르지 않았다는 것이 이 슬라이드의 요지입니다. 서비스가 요구하는 것을 기준으로 우선순위를 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말하지 않으면 질문으로 들어왔을 때 답이 없습니다. 세 건 모두 원인이 특정됐고 수정 방법이 정해져 있다는 점을 강조하세요. 벤치마크 실행이 2301초에서 226초로 단축돼 있어 재측정 부담도 크지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힘줘 말할 곳 세 군데입니다. 데이터를 그대로 믿지 않았다, 숫자가 좋은 걸 일부러 안 골랐다, 병목이 알고리즘이 아니었다.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3B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754880" cy="47548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480560"/>
            <a:ext cx="2743200" cy="2743200"/>
          </a:xfrm>
          <a:prstGeom prst="ellipse">
            <a:avLst/>
          </a:prstGeom>
          <a:solidFill>
            <a:srgbClr val="27512A"/>
          </a:solidFill>
          <a:ln w="12700">
            <a:solidFill>
              <a:srgbClr val="2751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48132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졸업 프로젝트 · 치맥회동 · 로우디(Roudi)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9385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목적지가 없는 길찾기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66928" y="2852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경로 생성 알고리즘의 정의와 선택 근거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6928" y="35844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7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“3km 걷고 돌아올래”를 계산 문제로 바꾸면 무엇이 되는가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" y="53949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 · 경로 생성  |  이승리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57241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src/route_engine · benchmarks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순서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정의를 먼저, 우리 코드는 그다음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1027664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08176" y="20482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푸는 문제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315968" y="2048256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앱과 다른 점 → 형식 정의 → NP-hard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862072"/>
            <a:ext cx="11027664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044952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08176" y="2944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함수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315968" y="2944368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항목으로 계산하는가 → 왜 이 형태인가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3758184"/>
            <a:ext cx="11027664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41064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08176" y="38404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 정의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315968" y="3840480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교과서 정의 → 우리 로직에 어떻게 쓰였는가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4654296"/>
            <a:ext cx="11027664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837176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837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08176" y="47365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설계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315968" y="4736592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어떻게 재고, 왜 그렇게 쟀는가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6928" y="5550408"/>
            <a:ext cx="11027664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733288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733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08176" y="56327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근거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315968" y="5632704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5개를 비교해 무엇을 골랐고 왜 나머지를 버렸는가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문제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지도 앱과 무엇이 다른가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33502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목적지가 없다. 대신 거리가 있다.</a:t>
            </a:r>
            <a:endParaRPr lang="en-US" sz="14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84832"/>
          <a:ext cx="67665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606040"/>
                <a:gridCol w="2788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지도 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로우디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출발지 + 목적지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출발지 + 거리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원하는 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가장 빠른 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거리가 맞고 걷기 좋은 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답의 개수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1개 (최단경로는 하나)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여러 개 가능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“좋다”의 기준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 · 거리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안전 · 녹지 · 경사 · 편의 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71232" y="2084832"/>
            <a:ext cx="4023360" cy="2377440"/>
          </a:xfrm>
          <a:prstGeom prst="roundRect">
            <a:avLst>
              <a:gd name="adj" fmla="val 2308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27264" y="22494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두 가지를 정해야 한다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27264" y="2633472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“걷기 좋다”를 숫자로 만든다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데이터로 길마다 점수를 붙인다
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거리를 맞추며 좋은 길을 찾는다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이게 알고리즘이다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" y="477316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“1시간 정도 걷고 올 데 없나” — 이 문장에는 목적지가 없다.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66928" y="528523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앱은 A에서 B로 가는 문제를 푼다. 우리는 B가 무엇인지부터 정해야 한다.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문제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어려운가 — 배낭 싸기 + 순서 맞추기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33502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3km 경로를 만드는 일은 3kg 배낭을 좋은 물건으로 채우는 일과 같다.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532120" cy="1874520"/>
          </a:xfrm>
          <a:prstGeom prst="roundRect">
            <a:avLst>
              <a:gd name="adj" fmla="val 2927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31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배낭 문제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681728" y="2359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27432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 조각 하나하나가 물건이다. 무게 = 길이, 가치 = 걷기 좋은 정도. 3kg(3km)을 딱 맞춰야 한다.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2148840"/>
            <a:ext cx="5532120" cy="1874520"/>
          </a:xfrm>
          <a:prstGeom prst="roundRect">
            <a:avLst>
              <a:gd name="adj" fmla="val 2927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331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외판원 문제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469880" y="2359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29400" y="27432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물건을 아무렇게나 못 붙인다. 실제로 이어진 길만 올 수 있고, 출발한 곳으로 돌아와야 한다.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4315968"/>
            <a:ext cx="11027664" cy="1170432"/>
          </a:xfrm>
          <a:prstGeom prst="roundRect">
            <a:avLst>
              <a:gd name="adj" fmla="val 4688"/>
            </a:avLst>
          </a:prstGeom>
          <a:solidFill>
            <a:srgbClr val="1E3B20"/>
          </a:solidFill>
          <a:ln w="12700">
            <a:solidFill>
              <a:srgbClr val="1E3B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4480560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문제 다 “빠르게 푸는 방법이 없다”고 알려진 문제다. 합쳐졌으므로 우리 문제도 못 푼다.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" y="4901184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우리는 최적해를 포기하고, 정해진 시간 안에 충분히 좋은 답을 찾는 근사 알고리즘 5개를 만들어 비교했다.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577900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Orienteering Problem은 Knapsack과 TSP를 동시에 포함하므로 NP-hard (Lu &amp; Shahabi, arXiv:1609.08484)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문제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 가지 모드는 서로 다른 계산 문제다</a:t>
            </a:r>
            <a:endParaRPr lang="en-US" sz="3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65960"/>
          <a:ext cx="11027664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3429000"/>
                <a:gridCol w="2651760"/>
                <a:gridCol w="156362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주어진 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찾는 것 / 제약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문헌상 문제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복잡도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편도 최단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출발 s, 도착 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비용 c(p) 최소화 · 제약 없음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Path (SPSP)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다항 시간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편도 우회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s, t, 목표거리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품질 최대 · |L(p)−D| ≤ 0.1D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 Orienteering (AOP)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NP-hard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s, 목표거리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s로 복귀 · |L(p)−D| ≤ 0.1D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Trip Planning (CTPP)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NP-hard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315968"/>
            <a:ext cx="5532120" cy="1481328"/>
          </a:xfrm>
          <a:prstGeom prst="roundRect">
            <a:avLst>
              <a:gd name="adj" fmla="val 3704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4480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 / CTPP가 무엇인가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41248" y="4791456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가치가 정점에 붙으면 Orienteering Problem, 엣지에 붙으면 Arc OP다. 우리는 안전·자연 점수를 엣지에 붙였으므로 AOP 쪽이다.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55080" y="4315968"/>
            <a:ext cx="5239512" cy="1481328"/>
          </a:xfrm>
          <a:prstGeom prst="roundRect">
            <a:avLst>
              <a:gd name="adj" fmla="val 3704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29400" y="4480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순환이 더 어렵다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629400" y="4791456"/>
            <a:ext cx="4690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s인 특수형이 아니다. “돌아와야 한다”는 제약은 경로가 자기 자신과 겹치지 않게 관리할 요구를 추가한다.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문제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정의에서 곧바로 따라 나오는 결론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33502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문제의 복잡도가 다르므로, 알고리즘의 목표도 비교 지표도 달라진다.</a:t>
            </a:r>
            <a:endParaRPr lang="en-US" sz="14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12848"/>
          <a:ext cx="11027664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62272"/>
                <a:gridCol w="446227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편도 최단 (SPSP)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편도 우회 · 순환 (AOP / CTPP)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최적해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구할 수 있다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실용 시간 내 불가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알고리즘의 목표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같은 최적해를 더 빨리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정해진 시간에 더 좋은 근사해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 지표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탐색 시간 (해는 모두 동일)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 품질 + 시간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검토한 알고리즘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 · 양방향 Dijkstra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A*(haversine) · A*(ALT) · 양방향 A*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Beam · GRASP+VND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ALNS · RCSP · Plateau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230368"/>
            <a:ext cx="11027664" cy="786384"/>
          </a:xfrm>
          <a:prstGeom prst="roundRect">
            <a:avLst>
              <a:gd name="adj" fmla="val 6977"/>
            </a:avLst>
          </a:prstGeom>
          <a:solidFill>
            <a:srgbClr val="F5F5F5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" y="5394960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“A*가 Dijkstra보다 좋다”는 더 빠르다는 뜻이고, “Beam이 좋다”는 더 좋은 답을 준다는 뜻이다. 두 문장의 의미가 다르다.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비용 함수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“걷기 좋다”를 숫자 하나로 압축한다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33502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탐색 알고리즘은 전부 “엣지마다 비용 하나”를 전제로 동작한다.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120640" cy="2148840"/>
          </a:xfrm>
          <a:prstGeom prst="roundRect">
            <a:avLst>
              <a:gd name="adj" fmla="val 2553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3408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59536" y="27980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어둡고 급경사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10128" y="23408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 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10128" y="27980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밝고 평지인 공원길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" y="3310128"/>
            <a:ext cx="4553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후자의 비용이 더 작아지게 만든다. 그러면 알고리즘이 알아서 공원길을 고른다.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0" y="2148840"/>
            <a:ext cx="5650992" cy="2148840"/>
          </a:xfrm>
          <a:prstGeom prst="roundRect">
            <a:avLst>
              <a:gd name="adj" fmla="val 2553"/>
            </a:avLst>
          </a:prstGeom>
          <a:solidFill>
            <a:srgbClr val="1E3B20"/>
          </a:solidFill>
          <a:ln w="12700">
            <a:solidFill>
              <a:srgbClr val="1E3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23957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custom_score는 “체감 거리”다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236208" y="290779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300 m지만 걷기 싫으면 500 m처럼 취급한다.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알고리즘은 이 값을 최소화하는 경로를 찾는다.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4663440"/>
            <a:ext cx="11027664" cy="50292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2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custom_score(e)  =  max( 1,   길이 × 경사·차량주의·쾌적도 페널티  ÷  안전·자연·랜드마크·편의·접근성 가점 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6928" y="524865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scoring_engine.py : 125–143행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비용 함수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비용 계산에 들어가는 항목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33502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엣지에서 읽는 필드 13개를 세 부류로 정리해 비용 하나를 만든다.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12848"/>
          <a:ext cx="11027664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600200"/>
                <a:gridCol w="5394960"/>
                <a:gridCol w="188366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원천 필드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가중치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65760">
                <a:tc row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좋으면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비용을 깎는다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(분모 가점)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safety_score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max(nature_score, park_overlap_ratio)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랜드마크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landmark_score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landmark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편의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max(convenience_score, 포화(화장실+정류장, 3))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접근성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포화(accessibility_poi_count,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row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나쁘면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비용을 키운다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(분자 페널티)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slope_score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차량 주의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is_vehicle_caution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쾌적도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 → 터널 ×1.20 · 육교 ×1.12 · 나머지 ×1.08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고정 계수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아예 막는다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 ∩ blocked_tags → 비용 = 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9436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러닝 프로필에서만 running_score가 분모 가점으로 추가된다.  ·  프로필 9종은 이 가중치 8개만 바꾸고 원본 데이터는 건드리지 않는다.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비용 함수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가점과 페널티를 나눴는가 — CCTV 사례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33502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공식의 형태는 데이터의 결측 구조에서 나왔다.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12848"/>
          <a:ext cx="11027664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114800"/>
                <a:gridCol w="4992624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CCTV가 실제로 없는 어두운 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CCTV 데이터가 제공되지 않은 구의 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감점 방식이면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감점 — 의도한 동작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감점 — 잘못된 동작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 구 전체가 경로에서 배제된다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가점 방식이면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가점 없음 = 중립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가점 없음 = 중립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526280"/>
            <a:ext cx="5532120" cy="1481328"/>
          </a:xfrm>
          <a:prstGeom prst="roundRect">
            <a:avLst>
              <a:gd name="adj" fmla="val 3704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46817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코드에 근거가 남아 있다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4974336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“양의 근거는 (1 + score × weight) 가점으로 사용하여 데이터가 없는 지역(score=0)을 감점하지 않습니다.”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1248" y="56509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6578cfa · docs/data/data_score_mapping.md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355080" y="4526280"/>
            <a:ext cx="5239512" cy="1481328"/>
          </a:xfrm>
          <a:prstGeom prst="roundRect">
            <a:avLst>
              <a:gd name="adj" fmla="val 3704"/>
            </a:avLst>
          </a:prstGeom>
          <a:solidFill>
            <a:srgbClr val="1E3B20"/>
          </a:solidFill>
          <a:ln w="12700">
            <a:solidFill>
              <a:srgbClr val="1E3B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46634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0 이면  (1 + 0 × w) =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5029200"/>
            <a:ext cx="4690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비용에 아무 영향이 없다. 즉 결측이 중립이 된다.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“데이터가 없다”와 “나쁘다”를 구분하지 못하는 공식은 쓸 수 없다.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비용 함수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나머지 형태의 근거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33502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가지 모두 코드나 커밋에 근거가 남아 있다. 없는 것은 없다고 적었다.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22677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곱셈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48256" y="22677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덧셈이 아닌가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25696" y="2212848"/>
            <a:ext cx="7150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덧셈이면 한 요소만 좋아도 나머지를 상쇄한다. 밝지만 차 옆인 길이 높은 점수를 받는다. 곱셈은 여러 요소가 동시에 좋을 때만 크게 유리해진다.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926080"/>
            <a:ext cx="11027664" cy="0"/>
          </a:xfrm>
          <a:prstGeom prst="line">
            <a:avLst/>
          </a:prstGeom>
          <a:noFill/>
          <a:ln w="12700">
            <a:solidFill>
              <a:srgbClr val="DCE3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0358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클램핑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48256" y="30358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버그를 막은 코드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25696" y="2980944"/>
            <a:ext cx="7150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 공식이 (2 − slope)^w 였는데 DB에서 slope=1.5가 오면 2−1.5=0.5로 페널티가 보너스로 뒤집혀 알고리즘이 급경사를 일부러 골랐다.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694176"/>
            <a:ext cx="11027664" cy="0"/>
          </a:xfrm>
          <a:prstGeom prst="line">
            <a:avLst/>
          </a:prstGeom>
          <a:noFill/>
          <a:ln w="12700">
            <a:solidFill>
              <a:srgbClr val="DCE3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8039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하한 1.0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48256" y="38039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알고리즘의 전제를 보증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25696" y="3749040"/>
            <a:ext cx="7150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Dijkstra의 최적성은 비음수 가중치에서만 성립한다. 비용이 0에 가까워지면 같은 구간을 무한 왕복하는 것이 이득이 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462272"/>
            <a:ext cx="11027664" cy="0"/>
          </a:xfrm>
          <a:prstGeom prst="line">
            <a:avLst/>
          </a:prstGeom>
          <a:noFill/>
          <a:ln w="12700">
            <a:solidFill>
              <a:srgbClr val="DCE3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5720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포화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48256" y="45720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체감의 포화를 반영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25696" y="4517136"/>
            <a:ext cx="7150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정류장이 3개든 10개든 산책 편의는 비슷하다. 개수를 그대로 쓰면 번화가 한 구간이 경로 전체를 지배한다.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30368"/>
            <a:ext cx="11027664" cy="0"/>
          </a:xfrm>
          <a:prstGeom prst="line">
            <a:avLst/>
          </a:prstGeom>
          <a:noFill/>
          <a:ln w="12700">
            <a:solidFill>
              <a:srgbClr val="DCE3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534009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차단 아님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48256" y="53400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막으면 그래프가 끊긴다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25696" y="5285232"/>
            <a:ext cx="7150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육교는 대로를 건너는 유일한 통로인 경우가 많다. ×1.20은 200 m 터널을 240 m로 취급하는 정도 — 대안이 있으면 피하고 없으면 통과한다.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03504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근거가 없는 값도 구분해서 알고 있다 — 터널 1.20 / 포화값 3, 2 / POI 반경 50 m / 프로필 가중치 0.5, 0.8 / 허용 오차 ±10%는 관례값이다.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알고리즘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Dijkstra와 A* — 정의 먼저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532120" cy="3840480"/>
          </a:xfrm>
          <a:prstGeom prst="roundRect">
            <a:avLst>
              <a:gd name="adj" fmla="val 1429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15798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Dijkstra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9536" y="261518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85292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출발점에서 사방으로 균등하게 퍼지는 탐색. 비음수 가중 그래프에서 최소 비용 경로를 보장한다.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59536" y="3712464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보장: 최적성 · 완전성 · 결정론적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한계: 목적지 방향을 모른다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9536" y="4498848"/>
            <a:ext cx="4937760" cy="0"/>
          </a:xfrm>
          <a:prstGeom prst="line">
            <a:avLst/>
          </a:prstGeom>
          <a:noFill/>
          <a:ln w="12700">
            <a:solidFill>
              <a:srgbClr val="DCE3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4608576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우리: dijkstra.py — 프로덕션 미등록.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A*가 옳은 답을 냈는지 확인하는 정답지로 쓴다.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1965960"/>
            <a:ext cx="5532120" cy="3840480"/>
          </a:xfrm>
          <a:prstGeom prst="roundRect">
            <a:avLst>
              <a:gd name="adj" fmla="val 1429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215798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647688" y="261518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47688" y="285292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Dijkstra의 우선순위 키에 남은 비용 추정치 h(n)을 더한 탐색. f(n) = g(n) + h(n).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47688" y="3712464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≡ 0 이면 정확히 Dijkstra가 된다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A*는 Dijkstra의 일반화다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47688" y="4498848"/>
            <a:ext cx="4937760" cy="0"/>
          </a:xfrm>
          <a:prstGeom prst="line">
            <a:avLst/>
          </a:prstGeom>
          <a:noFill/>
          <a:ln w="12700">
            <a:solidFill>
              <a:srgbClr val="DCE3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4608576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우리: oneway_astar.py — 프로덕션 채택.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성능은 전부 h를 얼마나 팽팽하게 만드는가에 달려 있다.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598932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조건 — h가 실제 남은 비용을 절대 과대평가하지 않아야(admissible) 최적해가 보장된다. 과대평가하면 빠르지만 틀린 답이 나온다.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알고리즘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휴리스틱 세 개를 비교했다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33502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h를 실제값에 가깝게, 그러나 넘지 않게 만드는 것이 A*의 전부다.</a:t>
            </a:r>
            <a:endParaRPr lang="en-US" sz="1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12848"/>
          <a:ext cx="11027664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657600"/>
                <a:gridCol w="4297680"/>
                <a:gridCol w="133502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휴리스틱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거리 하한을 무엇으로 잡는가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팽팽함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판정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haversine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지구 표면 직선거리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 도로망 거리의 약 70%만 추정 → 가지치기 효과 작음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느슨함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랜드마크까지의 실제 도로망 거리 (전처리)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삼각부등식 하한이 훨씬 팽팽하다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채택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양방향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양쪽에서 동시 탐색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남은 이득 &lt; 두 전선 조율 비용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미채택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206240"/>
            <a:ext cx="11027664" cy="1691640"/>
          </a:xfrm>
          <a:prstGeom prst="roundRect">
            <a:avLst>
              <a:gd name="adj" fmla="val 3243"/>
            </a:avLst>
          </a:prstGeom>
          <a:solidFill>
            <a:srgbClr val="1E3B20"/>
          </a:solidFill>
          <a:ln w="12700">
            <a:solidFill>
              <a:srgbClr val="1E3B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" y="43616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휴리스틱이 최적성을 깨지 않는다는 증명 — 3줄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77824" y="474573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47457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|d(λ,n) − d(λ,t)| ≤ d(n,t)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779008" y="474573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삼각부등식 — 미터 공간의 하한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77824" y="51114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51114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c(p) = Σ c(e) ≥ Σ ρ·ℓ(e) = ρ·L(p)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779008" y="511149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엣지에서 c(e) ≥ ρ·ℓ(e)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77824" y="547725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88720" y="547725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h*(n) ≥ ρ·d(n,t) ≥ h(n)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779008" y="547725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admissible ∎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" y="601675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min c(e)/ℓ(e) — 비용 하한 1.0(§2)이 이 증명을 성립시킨다. 랜드마크는 경계 극값 최대 8개, 서버 기동 시 1회 전처리.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알고리즘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Beam Search — 순환 · 편도 우회 채택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4892040" cy="3931920"/>
          </a:xfrm>
          <a:prstGeom prst="roundRect">
            <a:avLst>
              <a:gd name="adj" fmla="val 1395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13969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377440"/>
            <a:ext cx="4370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너비 우선 탐색에서 매 스텝 후보를 평가해 상위 W개만 남기고 버리는 탐색.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3090672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6B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1  → 순수 탐욕 탐색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F6B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∞ → 완전 너비 우선 탐색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5F6B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그 사이를 W 하나로 조절한다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41248" y="3986784"/>
            <a:ext cx="4343400" cy="0"/>
          </a:xfrm>
          <a:prstGeom prst="line">
            <a:avLst/>
          </a:prstGeom>
          <a:noFill/>
          <a:ln w="12700">
            <a:solidFill>
              <a:srgbClr val="DCE3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40782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보장하는 것 / 안 하는 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4315968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최적성 · 완전성 보장 없음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결정론적 — 보장함 (난수 없음)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메모리가 O(W × 경로 길이)로 고정된다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06440" y="201168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로직 — 순환 3단계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06440" y="2432304"/>
            <a:ext cx="5788152" cy="82296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16752" y="2651760"/>
            <a:ext cx="402336" cy="40233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1675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28816" y="25237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출발 → 반환점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28816" y="277977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스텝 미방문 이웃으로 확장 → 상위 8개만 유지. 누적거리 &gt; 0.3D 이고 누적 + 예상복귀 ≥ 0.95D 면 반환 시점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06440" y="3364992"/>
            <a:ext cx="5788152" cy="82296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16752" y="3584448"/>
            <a:ext cx="402336" cy="40233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6752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28816" y="34564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풀 구성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28816" y="371246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반환 시점에 도달한 빔이 있으면 그것을, 없으면 진행 중인 빔을 쓴다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806440" y="4297680"/>
            <a:ext cx="5788152" cy="82296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16752" y="4517136"/>
            <a:ext cx="402336" cy="40233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4517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28816" y="4389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반환점 → 출발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28816" y="464515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Dijkstra로 되돌려 잇는다. 기방문 노드 재사용에 ×5 페널티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806440" y="5285232"/>
            <a:ext cx="5788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키 = (거리 적합도, 품질밀도) 사전식 비교 — 거리 제약 충족이 절대 우선. 편도 우회는 여기에 “베이스 최단경로와의 겹침(overlap)”이 두 번째 기준으로 들어간다.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605332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_BEAM_WIDTH = 8 · _MAX_STEPS = 400 · 이웃 순회를 항상 sorted()로 해 결정론성 확보 · 매 스텝 가지치기에 overlap을 넣어 0.331 → 0.276 개선(커밋 f2e63a3)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알고리즘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나머지 네 개는 왜 만들었고 왜 버렸는가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335024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정의상 강점이 있어서 만들었고, 우리 문제에서 그 강점이 살지 않아서 버렸다.</a:t>
            </a:r>
            <a:endParaRPr lang="en-US" sz="14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39696"/>
          <a:ext cx="11027664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977640"/>
                <a:gridCol w="2788920"/>
                <a:gridCol w="3026664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알고리즘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만든 이유 (정의상 강점)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버린 이유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VND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상위 k개에서 무작위로 골라 초기 해를 여러 개 만들고, 여러 이웃 구조로 번갈아 개선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초기 해 24개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지역 최적 탈출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편도 우회 overlap 0.510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경로 절반이 최단경로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해의 일부를 파괴하고 복구. 성과에 따라 연산자 선택 확률 갱신 + 어닐링 수용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이론적 해 품질이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가장 높을 수 있다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순환 25건 중 2건 실패 (8%)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파라미터 7개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각 노드에 (비용, 거리) 라벨을 전파하고 파레토 열위 라벨을 버린다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거리 제약 + 비용 최적화의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정석적 접근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상한 없으면 서울 규모 불가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걸면 최적성 소멸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양쪽에서 최단경로 트리를 만들고 두 트리가 만나는 노드를 경유지로 쓴다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파라미터 없는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결정론적 단일 패스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6.147초 — Beam의 3.4배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순환에는 적용 불가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14476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Plateau가 순환 비교표에 없는 이유는 실측 탈락이 아니라 정의상 적용 불가다 — 정방향·역방향 트리 구조가 출발 = 도착과 맞지 않는다.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실험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 어떻게 쟀고, 왜 그렇게 쟀는가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532120" cy="1325880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67128"/>
            <a:ext cx="402336" cy="40233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16736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공정성을 구조로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16736" y="245973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알고리즘은 solve() 하나만 구현한다. 같은 진입점·같은 입력·같은 측정 코드를 강제해, 공정한 비교를 사람의 주의력이 아니라 구조로 보장한다.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965960"/>
            <a:ext cx="5532120" cy="1325880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92824" y="2167128"/>
            <a:ext cx="402336" cy="40233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2824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04888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코드의 보고를 믿지 않는다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04888" y="245973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알고리즘이 “3 km 찾았다”고 하면 하네스가 그래프를 따라 다시 잰다. 순환이 닫혔는지, A→B→A 잔가시가 있는지, 같은 길을 되밟는 비율도 경로에서 직접 계산한다.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447288"/>
            <a:ext cx="5532120" cy="1325880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648456"/>
            <a:ext cx="402336" cy="40233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16736" y="3630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실패를 데이터로 남긴다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16736" y="394106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예외·타임아웃이 나도 나머지 알고리즘 실행과 저장은 계속된다. 알고리즘마다 별도 OS 프로세스로 돌려 진짜로 kill되게 했다 — 파이썬 스레드는 강제 종료가 불가능하다.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447288"/>
            <a:ext cx="5532120" cy="1325880"/>
          </a:xfrm>
          <a:prstGeom prst="roundRect">
            <a:avLst>
              <a:gd name="adj" fmla="val 4138"/>
            </a:avLst>
          </a:prstGeom>
          <a:solidFill>
            <a:srgbClr val="F5F5F5"/>
          </a:solidFill>
          <a:ln w="12700">
            <a:solidFill>
              <a:srgbClr val="DCE3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92824" y="3648456"/>
            <a:ext cx="402336" cy="40233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92824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04888" y="3630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자체를 테스트했다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04888" y="394106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도구가 틀리면 결과 전부가 틀린다. tests/test_benchmark.py 24개 — 하네스 견고성 8, 측정 신뢰성 2, 품질 지표 정확성 11, 통합 1.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029200"/>
            <a:ext cx="11027664" cy="969264"/>
          </a:xfrm>
          <a:prstGeom prst="roundRect">
            <a:avLst>
              <a:gd name="adj" fmla="val 5660"/>
            </a:avLst>
          </a:prstGeom>
          <a:solidFill>
            <a:srgbClr val="1E3B20"/>
          </a:solidFill>
          <a:ln w="12700">
            <a:solidFill>
              <a:srgbClr val="1E3B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51389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그래프를 재사용하는 이유 — 프로덕션이 상주 서버이기 때문이다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7824" y="5449824"/>
            <a:ext cx="10405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 로드 8,400 ms  vs  경로 탐색 7–18 ms  vs  알고리즘 간 차이 0.8 ms — 약 1만 배. 요청마다 발생하지 않는 8.4초를 넣으면 0.8 ms 차이는 측정 자체가 불가능하다.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10819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 50개(편도 25 + 순환 25) · 프로필 5종 균등 · 시드 42 고정 · DB가 아니라 parquet 고정 입력 · 워밍업 1회 제외 후 15회 반복 · 측정 중 GC 정지 · 변동계수 기록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선택 근거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 — 그리고 숫자 1등을 고르지 않았다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편도 최단 · 정확성을 속도보다 먼저 검증했다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31136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43000"/>
                <a:gridCol w="1143000"/>
                <a:gridCol w="10972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알고리즘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중앙값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최속 횟수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양방향 Dijkstra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8.12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7.45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/ 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15.58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13.71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 (haversine)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17.64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15.58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 (ALT) — 프로덕션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 파일 없음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43159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25케이스 전부 cost_match = True — 세 알고리즘의 경로 비용이 소수점까지 동일하다.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35508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편도 우회 · 지표 셋이 서로 다른 알고리즘을 가리켰다</a:t>
            </a:r>
            <a:endParaRPr lang="en-US" sz="13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231136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43000"/>
                <a:gridCol w="114300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알고리즘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거리편차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Beam — 채택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1.829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1.765 s 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GRASP+VND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0.186 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2.020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Plateau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0.205 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6.147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4791456"/>
            <a:ext cx="11027664" cy="1133856"/>
          </a:xfrm>
          <a:prstGeom prst="roundRect">
            <a:avLst>
              <a:gd name="adj" fmla="val 4839"/>
            </a:avLst>
          </a:prstGeom>
          <a:solidFill>
            <a:srgbClr val="F5F5F5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77824" y="4937760"/>
            <a:ext cx="10405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C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GRASP는 거리편차 1위, Plateau는 overlap 1위, ALNS는 속도 1위였다. 셋 다 탈락시켰다.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877824" y="5303520"/>
            <a:ext cx="10405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“우회 경로”를 요청했는데 경로의 절반이 최단경로와 같으면 기능이 성립하지 않는다. 그래서 overlap을 1차 요건으로 두었다. Beam만 품질과 속도를 동시에 만족한다. 순환에서도 거리편차 0.138·자기중복 0.028로 두 지표 1위 + 결정론적 + 실패 0.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재검증에서 직접 찾은 문제 3건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35331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 간 상대 비교는 같은 조건에서 했으므로 유효하다. 그러나 절대 수치를 프로덕션 성능이라고 말할 수는 없다.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901952"/>
            <a:ext cx="11027664" cy="1152144"/>
          </a:xfrm>
          <a:prstGeom prst="roundRect">
            <a:avLst>
              <a:gd name="adj" fmla="val 4762"/>
            </a:avLst>
          </a:prstGeom>
          <a:solidFill>
            <a:srgbClr val="27512A"/>
          </a:solidFill>
          <a:ln w="12700">
            <a:solidFill>
              <a:srgbClr val="2751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21408"/>
            <a:ext cx="438912" cy="43891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89888" y="202996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CSV가 구 공식으로 측정됐다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2322576"/>
            <a:ext cx="6446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스크립트는 7월 17일 버전, 프로덕션 공식은 7월 30일에 바뀌었다(커밋 6578cfa). 안전·자연이 가점 대신 지수승이고, 결측을 0.5로 채우며, 편의·접근성·쾌적도·차단이 없다.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01000" y="2084832"/>
            <a:ext cx="0" cy="786384"/>
          </a:xfrm>
          <a:prstGeom prst="line">
            <a:avLst/>
          </a:prstGeom>
          <a:noFill/>
          <a:ln w="12700">
            <a:solidFill>
              <a:srgbClr val="3D66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3880" y="223113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runner의 중복 공식 삭제,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scoring_engine 호출로 교체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200400"/>
            <a:ext cx="11027664" cy="1152144"/>
          </a:xfrm>
          <a:prstGeom prst="roundRect">
            <a:avLst>
              <a:gd name="adj" fmla="val 4762"/>
            </a:avLst>
          </a:prstGeom>
          <a:solidFill>
            <a:srgbClr val="27512A"/>
          </a:solidFill>
          <a:ln w="12700">
            <a:solidFill>
              <a:srgbClr val="2751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3419856"/>
            <a:ext cx="438912" cy="43891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419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89888" y="332841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벤치마크 그래프에 경사 데이터가 없다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89888" y="3621024"/>
            <a:ext cx="6446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benchmark.py 430행이 slope_score = 0.5을 모든 엣지에 하드코딩한다. fixture parquet에 열 자체가 없다. 상수면 비교에서 약분되므로 경사가 결과에 영향을 주지 않았다.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01000" y="3383280"/>
            <a:ext cx="0" cy="786384"/>
          </a:xfrm>
          <a:prstGeom prst="line">
            <a:avLst/>
          </a:prstGeom>
          <a:noFill/>
          <a:ln w="12700">
            <a:solidFill>
              <a:srgbClr val="3D66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352958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build_fixtures.py 저장 열에 누락 7개 추가 후 재생성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498848"/>
            <a:ext cx="11027664" cy="1152144"/>
          </a:xfrm>
          <a:prstGeom prst="roundRect">
            <a:avLst>
              <a:gd name="adj" fmla="val 4762"/>
            </a:avLst>
          </a:prstGeom>
          <a:solidFill>
            <a:srgbClr val="27512A"/>
          </a:solidFill>
          <a:ln w="12700">
            <a:solidFill>
              <a:srgbClr val="2751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4718304"/>
            <a:ext cx="438912" cy="43891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4718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89888" y="46268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파일이 .gitignore에 걸려 있었다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89888" y="4919472"/>
            <a:ext cx="6446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7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12행의 *.csv 규칙에 결과 CSV가 걸려 git에 없다. 재현 불가의 원인이 실수가 아니라 규칙이었다.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01000" y="4681728"/>
            <a:ext cx="0" cy="786384"/>
          </a:xfrm>
          <a:prstGeom prst="line">
            <a:avLst/>
          </a:prstGeom>
          <a:noFill/>
          <a:ln w="12700">
            <a:solidFill>
              <a:srgbClr val="3D66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48280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!benchmarks/results/**/*.csv 한 줄 추가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588873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추가로 child_score는 현재 비용 계산에 쓰이지 않는다 — child 가중치는 is_vehicle_caution 페널티 크기만 정한다. 벤치마크 runner는 구 공식이라 이를 가점으로 쓰므로, child 프로필 10개는 가중치 방향 자체가 달랐다.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572000"/>
            <a:ext cx="4023360" cy="4023360"/>
          </a:xfrm>
          <a:prstGeom prst="ellipse">
            <a:avLst/>
          </a:prstGeom>
          <a:solidFill>
            <a:srgbClr val="27512A"/>
          </a:solidFill>
          <a:ln w="12700">
            <a:solidFill>
              <a:srgbClr val="2751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77724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48256" y="1572768"/>
            <a:ext cx="9546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편도 최단은 다항 시간에 최적해가 나온다. 편도 우회는 Arc Orienteering, 순환은 Cycle Trip Planning — 둘 다 NP-hard다. 그래서 근사 알고리즘 5개를 비교했다.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505456"/>
            <a:ext cx="11027664" cy="0"/>
          </a:xfrm>
          <a:prstGeom prst="line">
            <a:avLst/>
          </a:prstGeom>
          <a:noFill/>
          <a:ln w="12700">
            <a:solidFill>
              <a:srgbClr val="3D6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7066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48256" y="2651760"/>
            <a:ext cx="9546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요소는 분모 곱셈 가점, 나쁜 요소는 분자 페널티. 이 형태는 데이터의 결측 구조에서 나왔다 — CCTV가 없는 구를 감점하면 그 구 전체가 경로에서 배제된다.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584448"/>
            <a:ext cx="11027664" cy="0"/>
          </a:xfrm>
          <a:prstGeom prst="line">
            <a:avLst/>
          </a:prstGeom>
          <a:noFill/>
          <a:ln w="12700">
            <a:solidFill>
              <a:srgbClr val="3D66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7856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48256" y="3730752"/>
            <a:ext cx="9546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편도 최단은 A*(ALT), 순환·편도 우회는 Beam. 지표 하나가 아니라 서비스가 요구하는 것을 기준으로 골랐다 — 각 지표 1위를 모두 탈락시켰다.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663440"/>
            <a:ext cx="11027664" cy="0"/>
          </a:xfrm>
          <a:prstGeom prst="line">
            <a:avLst/>
          </a:prstGeom>
          <a:noFill/>
          <a:ln w="12700">
            <a:solidFill>
              <a:srgbClr val="3D66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8646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48256" y="4809744"/>
            <a:ext cx="9546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파라미터에 실험 근거가 없고, 결과 파일이 재현 가능한 상태가 아니었다. 어느 값이 근거가 있고 어느 값이 없는지는 구분해서 알고 있다.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6928" y="605332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docs/algorithm/DEFINITIONS.md — 이 발표의 모든 주장과 근거 위치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2026-08-12T09:55:30Z</dcterms:created>
  <dcterms:modified xsi:type="dcterms:W3CDTF">2026-08-12T09:55:30Z</dcterms:modified>
</cp:coreProperties>
</file>